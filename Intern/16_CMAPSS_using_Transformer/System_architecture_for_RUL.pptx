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D731-A2E7-3D71-D1BF-24FDC4902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986FC-CDBE-4036-F035-B2A071923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25435-43E5-5CDB-54DA-E302B7EB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CD4AD-BDC3-55F5-0F9E-855D75CE6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BF12-6946-5D94-C306-D9500618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158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BE9A-D03C-8771-331C-BC887F30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C833E-4B4E-C761-0319-911B9A4B2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F755-FDB7-EF44-05B5-494660D9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05C8F-5164-E9CA-7AB6-504B114D6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22A27-1253-D3B7-74F6-D0A6E0A82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3069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4AFC-30E3-C937-968B-D317FF48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A6812-6676-F2EF-F008-7ECDF927C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9C4F5-C66C-F7EB-323F-B283684E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6A9B3-9AAE-4F5B-277E-F5E57C2C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27E32-0904-B35D-ED5E-E03CDF2C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846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B0EA-3666-D2C8-2FF6-F4DD4536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38BE2-3491-7D51-7800-7010E3AB5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1A676-3D86-DFC5-4132-BEAB2008A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40376-621A-A488-D314-74A0E177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D827B-1A6B-8405-D9FF-469F6697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674DE-69B2-0FD7-1718-2FE7AB27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3356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8AB8-FA50-CECF-E37B-BA6E8FAA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655F9-F632-8CA6-D6D4-B0C9AF60D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5CA9C-3EF2-1051-414B-85B5E068B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82BB2-34F6-B80D-A9B6-45DC5805C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37077-B912-8F41-33D1-1FFB3F6CE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C126D-3F34-8143-AF2A-EC0666DF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06089-6296-2B1B-0E26-3CA8DC47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9AF49-85F7-975C-B2EE-FA5D6D9A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3771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455C-27E4-3B51-915A-2B0678D0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BF3C9-9459-7AD0-10FF-C588F7EC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D6E5A-9335-E122-4083-A374197F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A36A0-2416-021F-5DC7-407E178E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785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1AB32-110D-2507-C86C-8B762804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E7DC4-9AAF-6627-34A2-4E645AC5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2416A-1125-7C98-05D1-D1946629B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7439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19A5-81A9-B3EE-8BC0-7B16120F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D173-2B64-D419-2F20-32D9759C9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92CF6-CCCF-EB6C-5E30-F7F95C43D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6378C-B692-C846-DCB4-1C94D5B9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1D22E-568A-043C-B164-CB03CEA0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829F-A573-A10F-CCAB-FB0E5EC9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116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55E4-1A2D-50CC-11D1-75677E9C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83751B-E8E1-025E-1491-51B71DC58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9AD30-A014-FAB5-2C31-1A060D590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BAB2B-B8D5-4238-5F7E-93CC3705A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8512D-C2F5-EB7D-0B7D-0A070C52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570C5-1830-5979-5AF1-50CC0264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71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A559-A18E-5E80-6A38-90B7B7219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237A9-9378-7C95-D4A8-087D68265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68D91-02A7-1E98-8BF3-259044A1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3616C-EE17-EB1C-ACF5-BC091049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970FB-284E-CDAF-AF28-2CD93A5A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584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6ACE29-D5A8-039D-BA31-54714B360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DAF57-5CC2-EAED-CE3A-569C764EE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093DE-80FB-46BB-0144-9EC97AC1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2C2A6-66E9-35A4-662D-321243FD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4D99A-AC94-139B-3DD4-676C71EA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996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2A0D2-3436-AF4D-F774-A2E80899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C9585-6350-ADBA-590D-865A36818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5ABD6-9E2E-B810-F564-FBFFED06F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DF5A0-0158-4E0E-BBDB-4D5610A0D6A1}" type="datetimeFigureOut">
              <a:rPr lang="vi-VN" smtClean="0"/>
              <a:t>01/12/2024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34B03-4D70-2EBF-ECA7-CD1650089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27A52-7875-6240-6C75-9273ECC30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3F6C5-B2E3-40AF-BECD-BA1BEE5499B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532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Robot Hand with solid fill">
            <a:extLst>
              <a:ext uri="{FF2B5EF4-FFF2-40B4-BE49-F238E27FC236}">
                <a16:creationId xmlns:a16="http://schemas.microsoft.com/office/drawing/2014/main" id="{F7686FD7-4F26-A55F-6597-94D7F2D8E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7289" y="4561029"/>
            <a:ext cx="1067000" cy="1067000"/>
          </a:xfrm>
          <a:prstGeom prst="rect">
            <a:avLst/>
          </a:prstGeom>
        </p:spPr>
      </p:pic>
      <p:pic>
        <p:nvPicPr>
          <p:cNvPr id="5" name="Graphic 4" descr="Gears with solid fill">
            <a:extLst>
              <a:ext uri="{FF2B5EF4-FFF2-40B4-BE49-F238E27FC236}">
                <a16:creationId xmlns:a16="http://schemas.microsoft.com/office/drawing/2014/main" id="{134B1EA1-7784-4A54-FB4B-D90BC442F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4159" y="3552361"/>
            <a:ext cx="914400" cy="914400"/>
          </a:xfrm>
          <a:prstGeom prst="rect">
            <a:avLst/>
          </a:prstGeom>
        </p:spPr>
      </p:pic>
      <p:pic>
        <p:nvPicPr>
          <p:cNvPr id="7" name="Graphic 6" descr="Cloud Computing outline">
            <a:extLst>
              <a:ext uri="{FF2B5EF4-FFF2-40B4-BE49-F238E27FC236}">
                <a16:creationId xmlns:a16="http://schemas.microsoft.com/office/drawing/2014/main" id="{ED6A0B32-089D-4926-EF17-7448D7BB2A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9889" y="3153331"/>
            <a:ext cx="914400" cy="914400"/>
          </a:xfrm>
          <a:prstGeom prst="rect">
            <a:avLst/>
          </a:prstGeom>
        </p:spPr>
      </p:pic>
      <p:pic>
        <p:nvPicPr>
          <p:cNvPr id="9" name="Graphic 8" descr="Speedometer Low with solid fill">
            <a:extLst>
              <a:ext uri="{FF2B5EF4-FFF2-40B4-BE49-F238E27FC236}">
                <a16:creationId xmlns:a16="http://schemas.microsoft.com/office/drawing/2014/main" id="{6E3880C9-51E8-8272-D447-E28FBBD4DE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7703" y="5324640"/>
            <a:ext cx="457200" cy="4572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9CBACE-2355-2053-7D14-73BED6731DF3}"/>
              </a:ext>
            </a:extLst>
          </p:cNvPr>
          <p:cNvSpPr/>
          <p:nvPr/>
        </p:nvSpPr>
        <p:spPr>
          <a:xfrm>
            <a:off x="3187289" y="4617943"/>
            <a:ext cx="1443022" cy="1443022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523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Úc Ngô Văn</dc:creator>
  <cp:lastModifiedBy>Úc Ngô Văn</cp:lastModifiedBy>
  <cp:revision>8</cp:revision>
  <dcterms:created xsi:type="dcterms:W3CDTF">2024-12-01T16:09:21Z</dcterms:created>
  <dcterms:modified xsi:type="dcterms:W3CDTF">2024-12-01T16:29:14Z</dcterms:modified>
</cp:coreProperties>
</file>